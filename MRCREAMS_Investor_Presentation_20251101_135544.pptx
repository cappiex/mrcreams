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17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MR.CREAMS — Investor Presentation (Ethiopia)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Confidential investor presentation | Generated </a:t>
            </a:r>
            <a:r>
              <a:rPr lang="en-US" dirty="0"/>
              <a:t>by </a:t>
            </a:r>
            <a:r>
              <a:rPr lang="en-US" dirty="0" err="1"/>
              <a:t>Enum</a:t>
            </a:r>
            <a:r>
              <a:rPr dirty="0"/>
              <a:t> | </a:t>
            </a:r>
            <a:r>
              <a:rPr lang="en-US" dirty="0" err="1"/>
              <a:t>Enum</a:t>
            </a:r>
            <a:r>
              <a:rPr lang="en-US" dirty="0"/>
              <a:t> Technologies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MR.CREAMS empowers emotional wellness through data-driven therapy, gamified engagement, and accessible digital care for Ethiopians.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 20% of adults in Ethiopia experience mental health issues.</a:t>
            </a:r>
          </a:p>
          <a:p>
            <a:r>
              <a:t>• Less than 1 psychiatrist per 500,000 citizens.</a:t>
            </a:r>
          </a:p>
          <a:p>
            <a:r>
              <a:t>• Access barriers: stigma, cost,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mobile-first digital mental health platform providing:</a:t>
            </a:r>
          </a:p>
          <a:p>
            <a:r>
              <a:t>• AI-assisted emotion tracking</a:t>
            </a:r>
          </a:p>
          <a:p>
            <a:r>
              <a:t>• Online therapy sessions</a:t>
            </a:r>
          </a:p>
          <a:p>
            <a:r>
              <a:t>• Mood analytics</a:t>
            </a:r>
          </a:p>
          <a:p>
            <a:r>
              <a:t>• Educational content in Amharic and English.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Adult population (15+): 82.6M</a:t>
            </a:r>
          </a:p>
          <a:p>
            <a:r>
              <a:t>• Smartphone users: 19.8M</a:t>
            </a:r>
          </a:p>
          <a:p>
            <a:r>
              <a:t>• Target penetration: 0.5%–5%</a:t>
            </a:r>
          </a:p>
          <a:p>
            <a:r>
              <a:t>• Paying users potential: 5K–50K+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Growth &amp; Revenue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31" y="2324188"/>
            <a:ext cx="6025662" cy="3984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MR.CREAMS stands out via cultural localization, affordability, and low-bandwidth optimization.</a:t>
            </a:r>
          </a:p>
        </p:txBody>
      </p:sp>
      <p:pic>
        <p:nvPicPr>
          <p:cNvPr id="4" name="Picture 3" descr="competito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07" y="2988047"/>
            <a:ext cx="6096000" cy="3869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Estimated annual operating costs: 9,000,000 ETB</a:t>
            </a:r>
          </a:p>
          <a:p>
            <a:r>
              <a:t>Projected Year 3 revenue: 45,000,000 ETB</a:t>
            </a:r>
          </a:p>
          <a:p>
            <a:r>
              <a:t>Break-even expected by Year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Pilot in Addis Ababa &amp; universities</a:t>
            </a:r>
          </a:p>
          <a:p>
            <a:r>
              <a:t>• Partner with NGOs and clinics</a:t>
            </a:r>
          </a:p>
          <a:p>
            <a:r>
              <a:t>• Launch freemium app (Amharic/English)</a:t>
            </a:r>
          </a:p>
          <a:p>
            <a:r>
              <a:t>• Scale nationwide within 3 years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12–15 million ETB seed investment to achieve national rollout by Year 3.</a:t>
            </a:r>
          </a:p>
          <a:p>
            <a:r>
              <a:t>Funds allocated to development, marketing, and team expansion.</a:t>
            </a:r>
          </a:p>
          <a:p>
            <a:r>
              <a:t>Expected ROI: 3x within 5 years.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ENUM Technologies</a:t>
            </a:r>
            <a:r>
              <a:rPr dirty="0"/>
              <a:t>| Addis Ababa</a:t>
            </a:r>
          </a:p>
          <a:p>
            <a:r>
              <a:rPr dirty="0"/>
              <a:t>Contact: </a:t>
            </a:r>
            <a:r>
              <a:rPr lang="en-US" dirty="0" err="1"/>
              <a:t>Fitsum</a:t>
            </a:r>
            <a:r>
              <a:rPr lang="en-US" dirty="0"/>
              <a:t> </a:t>
            </a:r>
            <a:r>
              <a:rPr lang="en-US" dirty="0" err="1"/>
              <a:t>Mulugeta</a:t>
            </a:r>
            <a:r>
              <a:rPr dirty="0"/>
              <a:t> (Founder)</a:t>
            </a:r>
          </a:p>
          <a:p>
            <a:r>
              <a:rPr dirty="0"/>
              <a:t>Email: </a:t>
            </a:r>
            <a:r>
              <a:rPr lang="en-US" dirty="0" err="1"/>
              <a:t>founder@enumtechnolgies.com</a:t>
            </a:r>
            <a:endParaRPr dirty="0"/>
          </a:p>
          <a:p>
            <a:r>
              <a:rPr dirty="0"/>
              <a:t>Confidential — For Investor Review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271</Words>
  <Application>Microsoft Macintosh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MR.CREAMS — Investor Presentation (Ethiopia)</vt:lpstr>
      <vt:lpstr>Vision &amp; Mission</vt:lpstr>
      <vt:lpstr>Problem</vt:lpstr>
      <vt:lpstr>Solution</vt:lpstr>
      <vt:lpstr>Market Opportunity</vt:lpstr>
      <vt:lpstr>Market Growth &amp; Revenue Forecast</vt:lpstr>
      <vt:lpstr>Competitive Landscape</vt:lpstr>
      <vt:lpstr>Financial Overview</vt:lpstr>
      <vt:lpstr>Growth Strategy</vt:lpstr>
      <vt:lpstr>Investment Ask</vt:lpstr>
      <vt:lpstr>Contact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MR.CREAMS — Investor Presentation (Ethiopia)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2025-11-01T17:23:14Z</dcterms:modified>
  <cp:category/>
</cp:coreProperties>
</file>